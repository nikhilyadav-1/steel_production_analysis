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90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1196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994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270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0858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0965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517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408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012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6630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6308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39425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2249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07236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3441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324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58419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2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4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  <p:sldLayoutId id="2147484020" r:id="rId13"/>
    <p:sldLayoutId id="2147484021" r:id="rId14"/>
    <p:sldLayoutId id="2147484022" r:id="rId15"/>
    <p:sldLayoutId id="2147484023" r:id="rId16"/>
    <p:sldLayoutId id="2147484024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083" y="568735"/>
            <a:ext cx="7169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Production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276887" y="1316123"/>
            <a:ext cx="64671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Machine Learning Models for Industrial Optimization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81475" y="4100880"/>
            <a:ext cx="388862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Yadav • M12525177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27635" y="4350807"/>
            <a:ext cx="38886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Machine Learning Project • Montan University of Leoben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77F3C-102D-7B9D-BB83-E7D084E9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595" y="1857681"/>
            <a:ext cx="2201765" cy="2021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Steel Production Prediction Matters?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industry is critical for infrastructure and manufacturing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Complex, multivariate processes generate massive industrial datasets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predictions enable cost reduction and efficiency gains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optimize resource utilization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comprehensive exploratory data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and normalize data for effective model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and compare multiple ML models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models using standard metrics (RMSE, MAE, R²)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1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Characteristics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1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8110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process dataset from steel production facility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930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&amp; Processing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3757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format loaded with pandas; numerical features + target variable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Feature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missing values and ensured data consistency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StandardScaler for feature normalization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Performed train-validation-test split (80-10-10)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correlation matrices and distribution analysis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86352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341787"/>
            <a:ext cx="7924800" cy="186352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Techniques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74341"/>
            <a:ext cx="7162800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heatmaps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distribution histograms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plots for outliers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570387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966470"/>
            <a:ext cx="7162800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feature relationships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distribution patterns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anomalies &amp; outliers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Evaluation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trained on normalized training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 used for hyperparameter tuning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metrics: RMSE, MAE, R² 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metrics: Training time, inference time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3005931" cy="174476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23022"/>
            <a:ext cx="2734171" cy="156339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8899" y="2097449"/>
            <a:ext cx="2573139" cy="156339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63"/>
            <a:ext cx="24442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Random Forest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26844"/>
            <a:ext cx="2444258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RMSE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229445"/>
            <a:ext cx="2444258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R² Score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2508252"/>
            <a:ext cx="2444258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performer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14400" y="3527822"/>
            <a:ext cx="216706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000202"/>
            <a:ext cx="2167063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predictive performance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14400" y="4279009"/>
            <a:ext cx="2167063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inference time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454435" y="2455314"/>
            <a:ext cx="20028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&amp; GP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454435" y="2860516"/>
            <a:ext cx="2002810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generalization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454435" y="3121719"/>
            <a:ext cx="2002810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computational complexity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Visualizations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31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heatmaps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distribution histograms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plots (outlier detection)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2719685"/>
            <a:ext cx="7620000" cy="131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vs Actual plots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analysis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0352" y="4342014"/>
            <a:ext cx="808329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visualizations stored in figures/ directory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 is the optimal choice for steel production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approach outperforms traditional statistical methods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practical value for industrial optimization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is extensible for real-time process monitoring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67163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49901"/>
            <a:ext cx="7924800" cy="20464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3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1981102"/>
            <a:ext cx="7010400" cy="63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dataset scope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process variables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3454701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Opportunities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3881340"/>
            <a:ext cx="7010400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analysis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deployment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exploration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36683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45101"/>
            <a:ext cx="7924800" cy="136683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440538"/>
            <a:ext cx="7924800" cy="136683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 Frameworks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752502"/>
            <a:ext cx="7162800" cy="63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307370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Visualization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347940"/>
            <a:ext cx="7162800" cy="63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matplotlib, seaborn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669138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Control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943377"/>
            <a:ext cx="7162800" cy="63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2145" y="239819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10272" y="854227"/>
            <a:ext cx="20519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10272" y="3901771"/>
            <a:ext cx="203802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Yadav • M12525177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24238" y="4195958"/>
            <a:ext cx="20380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 University of Leoben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17254" y="4382588"/>
            <a:ext cx="20380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Machine Learning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B8BB2-E34A-F058-4377-35EE1C550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370" y="1533525"/>
            <a:ext cx="2209800" cy="2076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369</Words>
  <Application>Microsoft Office PowerPoint</Application>
  <PresentationFormat>On-screen Show (16:9)</PresentationFormat>
  <Paragraphs>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Nikhil Yadav</cp:lastModifiedBy>
  <cp:revision>2</cp:revision>
  <dcterms:created xsi:type="dcterms:W3CDTF">2026-01-13T17:03:11Z</dcterms:created>
  <dcterms:modified xsi:type="dcterms:W3CDTF">2026-01-13T17:47:47Z</dcterms:modified>
</cp:coreProperties>
</file>